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772400" cy="4389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111" d="100"/>
          <a:sy n="111" d="100"/>
        </p:scale>
        <p:origin x="1488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0" y="718364"/>
            <a:ext cx="5829300" cy="1528175"/>
          </a:xfrm>
        </p:spPr>
        <p:txBody>
          <a:bodyPr anchor="b"/>
          <a:lstStyle>
            <a:lvl1pPr algn="ctr">
              <a:defRPr sz="38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2305472"/>
            <a:ext cx="5829300" cy="1059764"/>
          </a:xfrm>
        </p:spPr>
        <p:txBody>
          <a:bodyPr/>
          <a:lstStyle>
            <a:lvl1pPr marL="0" indent="0" algn="ctr">
              <a:buNone/>
              <a:defRPr sz="1530"/>
            </a:lvl1pPr>
            <a:lvl2pPr marL="291465" indent="0" algn="ctr">
              <a:buNone/>
              <a:defRPr sz="1275"/>
            </a:lvl2pPr>
            <a:lvl3pPr marL="582930" indent="0" algn="ctr">
              <a:buNone/>
              <a:defRPr sz="1148"/>
            </a:lvl3pPr>
            <a:lvl4pPr marL="874395" indent="0" algn="ctr">
              <a:buNone/>
              <a:defRPr sz="1020"/>
            </a:lvl4pPr>
            <a:lvl5pPr marL="1165860" indent="0" algn="ctr">
              <a:buNone/>
              <a:defRPr sz="1020"/>
            </a:lvl5pPr>
            <a:lvl6pPr marL="1457325" indent="0" algn="ctr">
              <a:buNone/>
              <a:defRPr sz="1020"/>
            </a:lvl6pPr>
            <a:lvl7pPr marL="1748790" indent="0" algn="ctr">
              <a:buNone/>
              <a:defRPr sz="1020"/>
            </a:lvl7pPr>
            <a:lvl8pPr marL="2040255" indent="0" algn="ctr">
              <a:buNone/>
              <a:defRPr sz="1020"/>
            </a:lvl8pPr>
            <a:lvl9pPr marL="2331720" indent="0" algn="ctr">
              <a:buNone/>
              <a:defRPr sz="10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2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3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4" y="1094312"/>
            <a:ext cx="6703695" cy="1825884"/>
          </a:xfrm>
        </p:spPr>
        <p:txBody>
          <a:bodyPr anchor="b"/>
          <a:lstStyle>
            <a:lvl1pPr>
              <a:defRPr sz="38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4" y="2937470"/>
            <a:ext cx="6703695" cy="960189"/>
          </a:xfrm>
        </p:spPr>
        <p:txBody>
          <a:bodyPr/>
          <a:lstStyle>
            <a:lvl1pPr marL="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1pPr>
            <a:lvl2pPr marL="291465" indent="0">
              <a:buNone/>
              <a:defRPr sz="1275">
                <a:solidFill>
                  <a:schemeClr val="tx1">
                    <a:tint val="82000"/>
                  </a:schemeClr>
                </a:solidFill>
              </a:defRPr>
            </a:lvl2pPr>
            <a:lvl3pPr marL="582930" indent="0">
              <a:buNone/>
              <a:defRPr sz="1148">
                <a:solidFill>
                  <a:schemeClr val="tx1">
                    <a:tint val="82000"/>
                  </a:schemeClr>
                </a:solidFill>
              </a:defRPr>
            </a:lvl3pPr>
            <a:lvl4pPr marL="874395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4pPr>
            <a:lvl5pPr marL="1165860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5pPr>
            <a:lvl6pPr marL="1457325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6pPr>
            <a:lvl7pPr marL="1748790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7pPr>
            <a:lvl8pPr marL="2040255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8pPr>
            <a:lvl9pPr marL="2331720" indent="0">
              <a:buNone/>
              <a:defRPr sz="10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7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1168485"/>
            <a:ext cx="3303270" cy="2785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1168485"/>
            <a:ext cx="3303270" cy="2785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233697"/>
            <a:ext cx="6703695" cy="8484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5" y="1076022"/>
            <a:ext cx="3288089" cy="527342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291465" indent="0">
              <a:buNone/>
              <a:defRPr sz="1275" b="1"/>
            </a:lvl2pPr>
            <a:lvl3pPr marL="582930" indent="0">
              <a:buNone/>
              <a:defRPr sz="1148" b="1"/>
            </a:lvl3pPr>
            <a:lvl4pPr marL="874395" indent="0">
              <a:buNone/>
              <a:defRPr sz="1020" b="1"/>
            </a:lvl4pPr>
            <a:lvl5pPr marL="1165860" indent="0">
              <a:buNone/>
              <a:defRPr sz="1020" b="1"/>
            </a:lvl5pPr>
            <a:lvl6pPr marL="1457325" indent="0">
              <a:buNone/>
              <a:defRPr sz="1020" b="1"/>
            </a:lvl6pPr>
            <a:lvl7pPr marL="1748790" indent="0">
              <a:buNone/>
              <a:defRPr sz="1020" b="1"/>
            </a:lvl7pPr>
            <a:lvl8pPr marL="2040255" indent="0">
              <a:buNone/>
              <a:defRPr sz="1020" b="1"/>
            </a:lvl8pPr>
            <a:lvl9pPr marL="2331720" indent="0">
              <a:buNone/>
              <a:defRPr sz="10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5" y="1603364"/>
            <a:ext cx="3288089" cy="2358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076022"/>
            <a:ext cx="3304282" cy="527342"/>
          </a:xfrm>
        </p:spPr>
        <p:txBody>
          <a:bodyPr anchor="b"/>
          <a:lstStyle>
            <a:lvl1pPr marL="0" indent="0">
              <a:buNone/>
              <a:defRPr sz="1530" b="1"/>
            </a:lvl1pPr>
            <a:lvl2pPr marL="291465" indent="0">
              <a:buNone/>
              <a:defRPr sz="1275" b="1"/>
            </a:lvl2pPr>
            <a:lvl3pPr marL="582930" indent="0">
              <a:buNone/>
              <a:defRPr sz="1148" b="1"/>
            </a:lvl3pPr>
            <a:lvl4pPr marL="874395" indent="0">
              <a:buNone/>
              <a:defRPr sz="1020" b="1"/>
            </a:lvl4pPr>
            <a:lvl5pPr marL="1165860" indent="0">
              <a:buNone/>
              <a:defRPr sz="1020" b="1"/>
            </a:lvl5pPr>
            <a:lvl6pPr marL="1457325" indent="0">
              <a:buNone/>
              <a:defRPr sz="1020" b="1"/>
            </a:lvl6pPr>
            <a:lvl7pPr marL="1748790" indent="0">
              <a:buNone/>
              <a:defRPr sz="1020" b="1"/>
            </a:lvl7pPr>
            <a:lvl8pPr marL="2040255" indent="0">
              <a:buNone/>
              <a:defRPr sz="1020" b="1"/>
            </a:lvl8pPr>
            <a:lvl9pPr marL="2331720" indent="0">
              <a:buNone/>
              <a:defRPr sz="10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1603364"/>
            <a:ext cx="3304282" cy="2358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3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8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0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292629"/>
            <a:ext cx="2506801" cy="1024202"/>
          </a:xfrm>
        </p:spPr>
        <p:txBody>
          <a:bodyPr anchor="b"/>
          <a:lstStyle>
            <a:lvl1pPr>
              <a:defRPr sz="2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631998"/>
            <a:ext cx="3934778" cy="3119346"/>
          </a:xfrm>
        </p:spPr>
        <p:txBody>
          <a:bodyPr/>
          <a:lstStyle>
            <a:lvl1pPr>
              <a:defRPr sz="2040"/>
            </a:lvl1pPr>
            <a:lvl2pPr>
              <a:defRPr sz="1785"/>
            </a:lvl2pPr>
            <a:lvl3pPr>
              <a:defRPr sz="1530"/>
            </a:lvl3pPr>
            <a:lvl4pPr>
              <a:defRPr sz="1275"/>
            </a:lvl4pPr>
            <a:lvl5pPr>
              <a:defRPr sz="1275"/>
            </a:lvl5pPr>
            <a:lvl6pPr>
              <a:defRPr sz="1275"/>
            </a:lvl6pPr>
            <a:lvl7pPr>
              <a:defRPr sz="1275"/>
            </a:lvl7pPr>
            <a:lvl8pPr>
              <a:defRPr sz="1275"/>
            </a:lvl8pPr>
            <a:lvl9pPr>
              <a:defRPr sz="12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316831"/>
            <a:ext cx="2506801" cy="2439593"/>
          </a:xfrm>
        </p:spPr>
        <p:txBody>
          <a:bodyPr/>
          <a:lstStyle>
            <a:lvl1pPr marL="0" indent="0">
              <a:buNone/>
              <a:defRPr sz="102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09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292629"/>
            <a:ext cx="2506801" cy="1024202"/>
          </a:xfrm>
        </p:spPr>
        <p:txBody>
          <a:bodyPr anchor="b"/>
          <a:lstStyle>
            <a:lvl1pPr>
              <a:defRPr sz="2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631998"/>
            <a:ext cx="3934778" cy="3119346"/>
          </a:xfrm>
        </p:spPr>
        <p:txBody>
          <a:bodyPr anchor="t"/>
          <a:lstStyle>
            <a:lvl1pPr marL="0" indent="0">
              <a:buNone/>
              <a:defRPr sz="2040"/>
            </a:lvl1pPr>
            <a:lvl2pPr marL="291465" indent="0">
              <a:buNone/>
              <a:defRPr sz="1785"/>
            </a:lvl2pPr>
            <a:lvl3pPr marL="582930" indent="0">
              <a:buNone/>
              <a:defRPr sz="1530"/>
            </a:lvl3pPr>
            <a:lvl4pPr marL="874395" indent="0">
              <a:buNone/>
              <a:defRPr sz="1275"/>
            </a:lvl4pPr>
            <a:lvl5pPr marL="1165860" indent="0">
              <a:buNone/>
              <a:defRPr sz="1275"/>
            </a:lvl5pPr>
            <a:lvl6pPr marL="1457325" indent="0">
              <a:buNone/>
              <a:defRPr sz="1275"/>
            </a:lvl6pPr>
            <a:lvl7pPr marL="1748790" indent="0">
              <a:buNone/>
              <a:defRPr sz="1275"/>
            </a:lvl7pPr>
            <a:lvl8pPr marL="2040255" indent="0">
              <a:buNone/>
              <a:defRPr sz="1275"/>
            </a:lvl8pPr>
            <a:lvl9pPr marL="2331720" indent="0">
              <a:buNone/>
              <a:defRPr sz="12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316831"/>
            <a:ext cx="2506801" cy="2439593"/>
          </a:xfrm>
        </p:spPr>
        <p:txBody>
          <a:bodyPr/>
          <a:lstStyle>
            <a:lvl1pPr marL="0" indent="0">
              <a:buNone/>
              <a:defRPr sz="102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0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6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233697"/>
            <a:ext cx="1675924" cy="37198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233697"/>
            <a:ext cx="4930616" cy="37198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233697"/>
            <a:ext cx="6703695" cy="848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1168485"/>
            <a:ext cx="6703695" cy="2785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4068359"/>
            <a:ext cx="1748790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94FDB-95F1-CA40-93D1-483BFE1E03A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4068359"/>
            <a:ext cx="2623185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4068359"/>
            <a:ext cx="1748790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99DB4-7883-2C4A-B488-AA8398F08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582930" rtl="0" eaLnBrk="1" latinLnBrk="0" hangingPunct="1">
        <a:lnSpc>
          <a:spcPct val="90000"/>
        </a:lnSpc>
        <a:spcBef>
          <a:spcPct val="0"/>
        </a:spcBef>
        <a:buNone/>
        <a:defRPr sz="28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5733" indent="-145733" algn="l" defTabSz="582930" rtl="0" eaLnBrk="1" latinLnBrk="0" hangingPunct="1">
        <a:lnSpc>
          <a:spcPct val="90000"/>
        </a:lnSpc>
        <a:spcBef>
          <a:spcPts val="638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1pPr>
      <a:lvl2pPr marL="43719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2866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012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31159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60305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89452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18598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47745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146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8293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7439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5732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4879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4025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cartoon of a robot&#10;&#10;AI-generated content may be incorrect.">
            <a:extLst>
              <a:ext uri="{FF2B5EF4-FFF2-40B4-BE49-F238E27FC236}">
                <a16:creationId xmlns:a16="http://schemas.microsoft.com/office/drawing/2014/main" id="{8CAEE392-ECCB-713D-9346-F8298BEEFF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5" t="9317" r="2395" b="4079"/>
          <a:stretch>
            <a:fillRect/>
          </a:stretch>
        </p:blipFill>
        <p:spPr>
          <a:xfrm>
            <a:off x="1528083" y="40840"/>
            <a:ext cx="4719500" cy="430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8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C947-3F4D-CF65-DEC8-CD31FC41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C9892-0E15-A80A-26C1-B5BE72C3B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80963-BBD6-0E6A-952D-B139711E5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2511" y="-1089875"/>
            <a:ext cx="11880211" cy="65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1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A9C885-AD7E-E093-7979-5C5FBFAE4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9" y="-782801"/>
            <a:ext cx="7655560" cy="595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49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F7F8E-6C2C-2E34-9B8A-C3944F9F1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artoon of a robot&#10;&#10;AI-generated content may be incorrect.">
            <a:extLst>
              <a:ext uri="{FF2B5EF4-FFF2-40B4-BE49-F238E27FC236}">
                <a16:creationId xmlns:a16="http://schemas.microsoft.com/office/drawing/2014/main" id="{3D849738-C39F-3951-3E29-B223D47DCA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13" t="30859" r="32800" b="12796"/>
          <a:stretch>
            <a:fillRect/>
          </a:stretch>
        </p:blipFill>
        <p:spPr>
          <a:xfrm>
            <a:off x="55984" y="2"/>
            <a:ext cx="7659590" cy="43909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FE667D-D58E-C81C-C737-8D06818F70C3}"/>
              </a:ext>
            </a:extLst>
          </p:cNvPr>
          <p:cNvSpPr txBox="1"/>
          <p:nvPr/>
        </p:nvSpPr>
        <p:spPr>
          <a:xfrm>
            <a:off x="4750768" y="1347555"/>
            <a:ext cx="793364" cy="6490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4" dirty="0">
                <a:latin typeface="Segoe Print" panose="02000800000000000000" pitchFamily="2" charset="0"/>
              </a:rPr>
              <a:t>Add gloop</a:t>
            </a:r>
          </a:p>
        </p:txBody>
      </p:sp>
    </p:spTree>
    <p:extLst>
      <p:ext uri="{BB962C8B-B14F-4D97-AF65-F5344CB8AC3E}">
        <p14:creationId xmlns:p14="http://schemas.microsoft.com/office/powerpoint/2010/main" val="86313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61845-32CC-D2C5-19FD-DA5D599E1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3195F86-0CAA-8836-54B2-D89B12BA04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18" t="1634" r="2654"/>
          <a:stretch>
            <a:fillRect/>
          </a:stretch>
        </p:blipFill>
        <p:spPr>
          <a:xfrm>
            <a:off x="2786855" y="444674"/>
            <a:ext cx="2199434" cy="350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1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EEC7C-E177-F7CD-BEAC-444A4AA5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9A120F1-9478-AB13-3029-0402D94ACF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48" t="2202" r="3187" b="424"/>
          <a:stretch>
            <a:fillRect/>
          </a:stretch>
        </p:blipFill>
        <p:spPr>
          <a:xfrm>
            <a:off x="2786453" y="444671"/>
            <a:ext cx="2203868" cy="350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7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10CED-189E-29A7-557C-7C7610AE0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artoon of a robot&#10;&#10;AI-generated content may be incorrect.">
            <a:extLst>
              <a:ext uri="{FF2B5EF4-FFF2-40B4-BE49-F238E27FC236}">
                <a16:creationId xmlns:a16="http://schemas.microsoft.com/office/drawing/2014/main" id="{934046A0-C8CF-6DA7-E4CE-D4238411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7" t="24786" r="23422" b="19088"/>
          <a:stretch>
            <a:fillRect/>
          </a:stretch>
        </p:blipFill>
        <p:spPr>
          <a:xfrm>
            <a:off x="-275246" y="1563"/>
            <a:ext cx="8326559" cy="43878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4CD06C-AA55-6A48-8C3E-F68BECB48BA5}"/>
              </a:ext>
            </a:extLst>
          </p:cNvPr>
          <p:cNvSpPr txBox="1"/>
          <p:nvPr/>
        </p:nvSpPr>
        <p:spPr>
          <a:xfrm>
            <a:off x="5858062" y="651213"/>
            <a:ext cx="2490698" cy="9716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904" dirty="0">
                <a:latin typeface="Segoe Print" panose="02000800000000000000" pitchFamily="2" charset="0"/>
              </a:rPr>
              <a:t>Move gloop from storage to main container</a:t>
            </a:r>
          </a:p>
        </p:txBody>
      </p:sp>
    </p:spTree>
    <p:extLst>
      <p:ext uri="{BB962C8B-B14F-4D97-AF65-F5344CB8AC3E}">
        <p14:creationId xmlns:p14="http://schemas.microsoft.com/office/powerpoint/2010/main" val="3023092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FB00AFF-E603-FE91-CAFC-91FA5C9E9C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" b="66"/>
          <a:stretch>
            <a:fillRect/>
          </a:stretch>
        </p:blipFill>
        <p:spPr>
          <a:xfrm>
            <a:off x="0" y="737"/>
            <a:ext cx="7771608" cy="438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41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9</Words>
  <Application>Microsoft Macintosh PowerPoint</Application>
  <PresentationFormat>Custom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Segoe Print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Warren, Katherine</dc:creator>
  <cp:lastModifiedBy>Warren, Katherine</cp:lastModifiedBy>
  <cp:revision>1</cp:revision>
  <dcterms:created xsi:type="dcterms:W3CDTF">2026-03-10T19:55:09Z</dcterms:created>
  <dcterms:modified xsi:type="dcterms:W3CDTF">2026-03-10T20:13:43Z</dcterms:modified>
</cp:coreProperties>
</file>